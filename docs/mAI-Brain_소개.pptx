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2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36576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mAI-Brain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914400" y="2651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나만의 AI 지식 비서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371600" y="33832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문서를 업로드하면, AI가 대신 읽고 답변합니다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200400" y="4023360"/>
            <a:ext cx="2743200" cy="365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특화 RAG 챗봇 프레임워크  •  오픈소스 MIT 라이선스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이런 경험, 없으신가요?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78638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087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3716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방대한 PDF 속에서 필요한 정보를 찾느라 30분...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2468880"/>
            <a:ext cx="78638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60604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24688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문서에 흩어진 내용을 일일이 비교하고...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640080" y="3566160"/>
            <a:ext cx="78638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703320"/>
            <a:ext cx="502920" cy="5029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54480" y="356616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중요한 내용을 놓칠까 봐 불안하고...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mAI-Brain이 이 모든 문제를 해결합니다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mAI-Brain이란?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모델을 별도로 학습시키지 않고,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문서를 업로드하는 것만으로 똑똑한 질문 답변이 가능한 프레임워크입니다.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3774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429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내 문서를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0080" y="38404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EPUB, TXT 파일을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업로드하기만 하면 됩니다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74720" y="210312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2377440"/>
            <a:ext cx="914400" cy="914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74720" y="3429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AI가 이해하고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3474720" y="38404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내용을 자동으로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 가능한 형태로 변환합니다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309360" y="210312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377440"/>
            <a:ext cx="914400" cy="914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09360" y="3429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질문에 답변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6309360" y="38404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속 정확한 내용을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찾아 AI가 답변을 생성합니다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어떻게 작동하나요?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문서 등록 과정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737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916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업로드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(PDF/EPUB/TXT)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377440" y="1691640"/>
            <a:ext cx="228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606040" y="1691640"/>
            <a:ext cx="1737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16916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추출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청크 분할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43400" y="1691640"/>
            <a:ext cx="228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0" y="1691640"/>
            <a:ext cx="1737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6916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임베딩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(AI가 숫자로 변환)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09360" y="1691640"/>
            <a:ext cx="228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537960" y="1691640"/>
            <a:ext cx="1737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37960" y="16916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DB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완료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017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질문 응답 과정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14173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52044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질문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57400" y="3520440"/>
            <a:ext cx="182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240280" y="3520440"/>
            <a:ext cx="14173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240280" y="352044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벡터로 변환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0" y="3520440"/>
            <a:ext cx="182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40480" y="3520440"/>
            <a:ext cx="14173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840480" y="352044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Qdrant에서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유사 문서 검색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57800" y="3520440"/>
            <a:ext cx="182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40680" y="3520440"/>
            <a:ext cx="14173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40680" y="352044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찾은 문서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 → LLM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3520440"/>
            <a:ext cx="182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040880" y="3520440"/>
            <a:ext cx="14173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040880" y="352044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답변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 완료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45720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원리: Retrieval-Augmented Generation (RAG)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모델을 재학습하지 않고, 질문할 때마다 관련 문서를 찾아 참고합니다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4가지 대화 모드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원하는 목적에 맞게 모드를 선택하세요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9659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64592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651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팩트 조회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2971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Mode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3291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"2024년 매출 목표는?"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37490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문서에서 정확한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수치·사실을 찾습니다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606040" y="1463040"/>
            <a:ext cx="19659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20" y="1645920"/>
            <a:ext cx="914400" cy="9144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06040" y="2651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요약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2606040" y="2971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Mode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606040" y="3291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보고서를 요약해줘"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606040" y="37490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긴 문서의 핵심을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간결하게 정리합니다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754880" y="1463040"/>
            <a:ext cx="19659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660" y="1645920"/>
            <a:ext cx="914400" cy="9144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54880" y="2651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컬럼 작성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4754880" y="2971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Mode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754880" y="3291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자료로 기고문을 써줘"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754880" y="37490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문서를 바탕으로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글을 작성합니다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903720" y="1463040"/>
            <a:ext cx="19659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1645920"/>
            <a:ext cx="914400" cy="9144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03720" y="2651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추론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6903720" y="2971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Mode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6903720" y="3291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"숨은 인사이트가 뭐야?"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903720" y="37490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간 연결·함의를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찾아 분석합니다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solidFill>
            <a:srgbClr val="042F2E"/>
          </a:solidFill>
          <a:ln/>
        </p:spPr>
      </p:sp>
      <p:sp>
        <p:nvSpPr>
          <p:cNvPr id="29" name="Text 2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추론 모드에서는 강도(강함·중간·약함)를 선택해 근거 신뢰도를 조절할 수 있습니다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기술 구성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37947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80160"/>
            <a:ext cx="54864" cy="8686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173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353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프론트엔드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554480" y="1554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+ nginx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54480" y="18288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반응형 웹 UI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63440" y="1280160"/>
            <a:ext cx="37947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1280160"/>
            <a:ext cx="54864" cy="8686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41732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353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577840" y="1554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 3.11+)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577840" y="18288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서버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40080" y="2377440"/>
            <a:ext cx="37947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080" y="2377440"/>
            <a:ext cx="54864" cy="8686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51460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24505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벡터DB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1554480" y="2651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554480" y="29260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고성능 벡터 검색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663440" y="2377440"/>
            <a:ext cx="37947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663440" y="2377440"/>
            <a:ext cx="54864" cy="8686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514600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77840" y="24505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모델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577840" y="2651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/ Ollama / DeepSeek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5577840" y="29260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 + LLM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640080" y="3474720"/>
            <a:ext cx="37947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3474720"/>
            <a:ext cx="54864" cy="8686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611880"/>
            <a:ext cx="548640" cy="54864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554480" y="35478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청킹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1554480" y="3749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Kiwi 형태소 분석기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1554480" y="40233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 문장 분할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4663440" y="3474720"/>
            <a:ext cx="37947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4663440" y="3474720"/>
            <a:ext cx="54864" cy="8686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611880"/>
            <a:ext cx="548640" cy="54864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577840" y="35478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5577840" y="3749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500" dirty="0"/>
          </a:p>
        </p:txBody>
      </p:sp>
      <p:sp>
        <p:nvSpPr>
          <p:cNvPr id="38" name="Text 30"/>
          <p:cNvSpPr/>
          <p:nvPr/>
        </p:nvSpPr>
        <p:spPr>
          <a:xfrm>
            <a:off x="5577840" y="40233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원커맨드 실행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구성요소는 Docker Compose 하나로 실행됩니다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어디에 활용할 수 있나요?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794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25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280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회사 내규·매뉴얼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사내 규정, 업무 매뉴얼을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비서처럼 질문하고 답변받으세요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" y="24231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"연차 사용 규정이 뭐야?"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3794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2588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1280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전공 서적·논문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846320" y="169164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방대한 학습 자료 속에서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원하는 개념을 바로 찾아보세요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846320" y="24231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이론의 핵심 주장이 뭐야?"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3017520"/>
            <a:ext cx="3794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15468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3108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법률·계약서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822960" y="352044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법률 문서나 계약서의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조항과 위험 요소를 파악하세요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822960" y="42519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"계약서상 위험한 조항은?"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63440" y="3017520"/>
            <a:ext cx="3794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154680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40680" y="3108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의료·상담 가이드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4846320" y="352044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진료 지침, 상담 매뉴얼을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실시간으로 검색·참고하세요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846320" y="42519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증상의 권장 처방은?"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문서만 있다면 어떤 분야든 나만의 AI 챗봇을 만들 수 있습니다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시작하는 방법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 3단계면 나만의 AI 챗봇이 완성됩니다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160020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환경 설정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3154680"/>
            <a:ext cx="237744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1546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.env.example .env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API 키 입력 (OpenAI, DeepSeek 등)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37560" y="146304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06240" y="160020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0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37560" y="2651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문서 업로드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474720" y="3154680"/>
            <a:ext cx="237744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3611880" y="31546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data/uploads/ 폴더에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PDF, EPUB, TXT 파일을 넣으세요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0" y="146304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86600" y="160020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217920" y="2651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실행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355080" y="3154680"/>
            <a:ext cx="237744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1546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 --build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http://localhost:3001 접속!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지금 바로 GitHub에서 클론해서 시작하세요!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2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457200"/>
            <a:ext cx="1645920" cy="1645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문서를 지식으로,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지식을 대화로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3200400" y="3520440"/>
            <a:ext cx="2743200" cy="365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371600" y="3749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모델 학습 불필요 — 문서 업로드만으로 즉시 사용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371600" y="4041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4가지 대화 모드 — 팩트·요약·컬럼·추론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371600" y="433425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Docker 원커맨드 실행 — 3분 만에 구축 완료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371600" y="46268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오픈소스 MIT 라이선스 — 자유로운 사용·수정·배포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mAI-Brain — 나만의 AI 지식 비서</dc:title>
  <dc:subject>PptxGenJS Presentation</dc:subject>
  <dc:creator>mAI-Brain</dc:creator>
  <cp:lastModifiedBy>mAI-Brain</cp:lastModifiedBy>
  <cp:revision>1</cp:revision>
  <dcterms:created xsi:type="dcterms:W3CDTF">2026-06-05T13:16:07Z</dcterms:created>
  <dcterms:modified xsi:type="dcterms:W3CDTF">2026-06-05T13:16:07Z</dcterms:modified>
</cp:coreProperties>
</file>